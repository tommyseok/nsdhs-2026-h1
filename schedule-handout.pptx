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17132B"/>
                </a:solidFill>
                <a:latin typeface="맑은 고딕"/>
              </a:rPr>
              <a:t>📅 고등부 전체 일정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6B7280"/>
                </a:solidFill>
                <a:latin typeface="맑은 고딕"/>
              </a:rPr>
              <a:t>2026년 9월 ~ 2027년 1월 (4학기)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292608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A78BFA"/>
                </a:solidFill>
                <a:latin typeface="맑은 고딕"/>
              </a:rPr>
              <a:t>내수동 경주자 2026</a:t>
            </a:r>
          </a:p>
          <a:p>
            <a:pPr algn="r"/>
            <a:r>
              <a:rPr sz="1100">
                <a:solidFill>
                  <a:srgbClr val="6B7280"/>
                </a:solidFill>
                <a:latin typeface="맑은 고딕"/>
              </a:rPr>
              <a:t>2026-09-06 발행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3545738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7C3AED"/>
                </a:solidFill>
                <a:latin typeface="맑은 고딕"/>
              </a:rPr>
              <a:t>9월</a:t>
            </a:r>
          </a:p>
          <a:p>
            <a:pPr>
              <a:spcBef>
                <a:spcPts val="600"/>
              </a:spcBef>
            </a:pPr>
            <a:r>
              <a:rPr sz="1250" b="1" i="0">
                <a:solidFill>
                  <a:srgbClr val="1F2937"/>
                </a:solidFill>
                <a:latin typeface="맑은 고딕"/>
              </a:rPr>
              <a:t>9/6  </a:t>
            </a:r>
            <a:r>
              <a:rPr sz="1250" b="1" i="0">
                <a:solidFill>
                  <a:srgbClr val="1F2937"/>
                </a:solidFill>
                <a:latin typeface="맑은 고딕"/>
              </a:rPr>
              <a:t>소그룹</a:t>
            </a:r>
          </a:p>
          <a:p>
            <a:pPr>
              <a:spcBef>
                <a:spcPts val="0"/>
              </a:spcBef>
            </a:pPr>
            <a:r>
              <a:rPr sz="1050" b="0" i="0">
                <a:solidFill>
                  <a:srgbClr val="B45309"/>
                </a:solidFill>
                <a:latin typeface="맑은 고딕"/>
              </a:rPr>
              <a:t>     교사 전체회의 · 신규텀 시작</a:t>
            </a:r>
          </a:p>
          <a:p>
            <a:pPr>
              <a:spcBef>
                <a:spcPts val="600"/>
              </a:spcBef>
            </a:pPr>
            <a:r>
              <a:rPr sz="1250" b="1" i="0">
                <a:solidFill>
                  <a:srgbClr val="1F2937"/>
                </a:solidFill>
                <a:latin typeface="맑은 고딕"/>
              </a:rPr>
              <a:t>9/13  </a:t>
            </a:r>
            <a:r>
              <a:rPr sz="1250" b="1" i="0">
                <a:solidFill>
                  <a:srgbClr val="1F2937"/>
                </a:solidFill>
                <a:latin typeface="맑은 고딕"/>
              </a:rPr>
              <a:t>소그룹</a:t>
            </a:r>
          </a:p>
          <a:p>
            <a:pPr>
              <a:spcBef>
                <a:spcPts val="0"/>
              </a:spcBef>
            </a:pPr>
            <a:r>
              <a:rPr sz="1050" b="0" i="0">
                <a:solidFill>
                  <a:srgbClr val="B45309"/>
                </a:solidFill>
                <a:latin typeface="맑은 고딕"/>
              </a:rPr>
              <a:t>     국장단 회의</a:t>
            </a:r>
          </a:p>
          <a:p>
            <a:pPr>
              <a:spcBef>
                <a:spcPts val="600"/>
              </a:spcBef>
            </a:pPr>
            <a:r>
              <a:rPr sz="1250" b="1" i="0">
                <a:solidFill>
                  <a:srgbClr val="1F2937"/>
                </a:solidFill>
                <a:latin typeface="맑은 고딕"/>
              </a:rPr>
              <a:t>9/20  </a:t>
            </a:r>
            <a:r>
              <a:rPr sz="1250" b="1" i="0">
                <a:solidFill>
                  <a:srgbClr val="1F2937"/>
                </a:solidFill>
                <a:latin typeface="맑은 고딕"/>
              </a:rPr>
              <a:t>소그룹 아웃팅</a:t>
            </a:r>
          </a:p>
          <a:p>
            <a:pPr>
              <a:spcBef>
                <a:spcPts val="600"/>
              </a:spcBef>
            </a:pPr>
            <a:r>
              <a:rPr sz="1250" b="1" i="0">
                <a:solidFill>
                  <a:srgbClr val="1F2937"/>
                </a:solidFill>
                <a:latin typeface="맑은 고딕"/>
              </a:rPr>
              <a:t>9/27  </a:t>
            </a:r>
            <a:r>
              <a:rPr sz="1250" b="1" i="0">
                <a:solidFill>
                  <a:srgbClr val="1F2937"/>
                </a:solidFill>
                <a:latin typeface="맑은 고딕"/>
              </a:rPr>
              <a:t>대가족반 모임</a:t>
            </a:r>
          </a:p>
          <a:p>
            <a:pPr>
              <a:spcBef>
                <a:spcPts val="0"/>
              </a:spcBef>
            </a:pPr>
            <a:r>
              <a:rPr sz="1050" b="0" i="1">
                <a:solidFill>
                  <a:srgbClr val="6B7280"/>
                </a:solidFill>
                <a:latin typeface="맑은 고딕"/>
              </a:rPr>
              <a:t>     9/24(목)~9/26(토) 추석 연휴 · 결석자 많을 것으로 예상</a:t>
            </a:r>
          </a:p>
          <a:p>
            <a:pPr>
              <a:spcBef>
                <a:spcPts val="1200"/>
              </a:spcBef>
            </a:pPr>
            <a:r>
              <a:rPr sz="1600" b="1" i="0">
                <a:solidFill>
                  <a:srgbClr val="7C3AED"/>
                </a:solidFill>
                <a:latin typeface="맑은 고딕"/>
              </a:rPr>
              <a:t>10월</a:t>
            </a:r>
          </a:p>
          <a:p>
            <a:pPr>
              <a:spcBef>
                <a:spcPts val="600"/>
              </a:spcBef>
            </a:pPr>
            <a:r>
              <a:rPr sz="1250" b="1" i="0">
                <a:solidFill>
                  <a:srgbClr val="1F2937"/>
                </a:solidFill>
                <a:latin typeface="맑은 고딕"/>
              </a:rPr>
              <a:t>10/4  </a:t>
            </a:r>
            <a:r>
              <a:rPr sz="1250" b="1" i="0">
                <a:solidFill>
                  <a:srgbClr val="1F2937"/>
                </a:solidFill>
                <a:latin typeface="맑은 고딕"/>
              </a:rPr>
              <a:t>소그룹</a:t>
            </a:r>
          </a:p>
          <a:p>
            <a:pPr>
              <a:spcBef>
                <a:spcPts val="0"/>
              </a:spcBef>
            </a:pPr>
            <a:r>
              <a:rPr sz="1050" b="0" i="0">
                <a:solidFill>
                  <a:srgbClr val="B45309"/>
                </a:solidFill>
                <a:latin typeface="맑은 고딕"/>
              </a:rPr>
              <a:t>     교사 전체회의 · 10/5(월) 대체공휴일</a:t>
            </a:r>
          </a:p>
          <a:p>
            <a:pPr>
              <a:spcBef>
                <a:spcPts val="600"/>
              </a:spcBef>
            </a:pPr>
            <a:r>
              <a:rPr sz="1250" b="1" i="0">
                <a:solidFill>
                  <a:srgbClr val="1F2937"/>
                </a:solidFill>
                <a:latin typeface="맑은 고딕"/>
              </a:rPr>
              <a:t>10/11  </a:t>
            </a:r>
            <a:r>
              <a:rPr sz="1250" b="1" i="0">
                <a:solidFill>
                  <a:srgbClr val="1F2937"/>
                </a:solidFill>
                <a:latin typeface="맑은 고딕"/>
              </a:rPr>
              <a:t>소그룹</a:t>
            </a:r>
          </a:p>
          <a:p>
            <a:pPr>
              <a:spcBef>
                <a:spcPts val="0"/>
              </a:spcBef>
            </a:pPr>
            <a:r>
              <a:rPr sz="1050" b="0" i="0">
                <a:solidFill>
                  <a:srgbClr val="B45309"/>
                </a:solidFill>
                <a:latin typeface="맑은 고딕"/>
              </a:rPr>
              <a:t>     국장단 회의 · 중간고사 시즌 가능성 높음</a:t>
            </a:r>
          </a:p>
          <a:p>
            <a:pPr>
              <a:spcBef>
                <a:spcPts val="600"/>
              </a:spcBef>
            </a:pPr>
            <a:r>
              <a:rPr sz="1250" b="1" i="0">
                <a:solidFill>
                  <a:srgbClr val="1F2937"/>
                </a:solidFill>
                <a:latin typeface="맑은 고딕"/>
              </a:rPr>
              <a:t>10/18  </a:t>
            </a:r>
            <a:r>
              <a:rPr sz="1250" b="1" i="0">
                <a:solidFill>
                  <a:srgbClr val="1F2937"/>
                </a:solidFill>
                <a:latin typeface="맑은 고딕"/>
              </a:rPr>
              <a:t>소그룹</a:t>
            </a:r>
          </a:p>
          <a:p>
            <a:pPr>
              <a:spcBef>
                <a:spcPts val="600"/>
              </a:spcBef>
            </a:pPr>
            <a:r>
              <a:rPr sz="1250" b="1" i="0">
                <a:solidFill>
                  <a:srgbClr val="1F2937"/>
                </a:solidFill>
                <a:latin typeface="맑은 고딕"/>
              </a:rPr>
              <a:t>10/25  </a:t>
            </a:r>
            <a:r>
              <a:rPr sz="1250" b="1" i="0">
                <a:solidFill>
                  <a:srgbClr val="1F2937"/>
                </a:solidFill>
                <a:latin typeface="맑은 고딕"/>
              </a:rPr>
              <a:t>학년모임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2978" y="1234440"/>
            <a:ext cx="3545738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7C3AED"/>
                </a:solidFill>
                <a:latin typeface="맑은 고딕"/>
              </a:rPr>
              <a:t>11월</a:t>
            </a:r>
          </a:p>
          <a:p>
            <a:pPr>
              <a:spcBef>
                <a:spcPts val="600"/>
              </a:spcBef>
            </a:pPr>
            <a:r>
              <a:rPr sz="1250" b="1" i="0">
                <a:solidFill>
                  <a:srgbClr val="1F2937"/>
                </a:solidFill>
                <a:latin typeface="맑은 고딕"/>
              </a:rPr>
              <a:t>11/1  </a:t>
            </a:r>
            <a:r>
              <a:rPr sz="1250" b="1" i="0">
                <a:solidFill>
                  <a:srgbClr val="1F2937"/>
                </a:solidFill>
                <a:latin typeface="맑은 고딕"/>
              </a:rPr>
              <a:t>소그룹</a:t>
            </a:r>
          </a:p>
          <a:p>
            <a:pPr>
              <a:spcBef>
                <a:spcPts val="0"/>
              </a:spcBef>
            </a:pPr>
            <a:r>
              <a:rPr sz="1050" b="0" i="0">
                <a:solidFill>
                  <a:srgbClr val="B45309"/>
                </a:solidFill>
                <a:latin typeface="맑은 고딕"/>
              </a:rPr>
              <a:t>     교사 전체회의 · 수능 전 주간</a:t>
            </a:r>
          </a:p>
          <a:p>
            <a:pPr>
              <a:spcBef>
                <a:spcPts val="600"/>
              </a:spcBef>
            </a:pPr>
            <a:r>
              <a:rPr sz="1250" b="1" i="0">
                <a:solidFill>
                  <a:srgbClr val="1F2937"/>
                </a:solidFill>
                <a:latin typeface="맑은 고딕"/>
              </a:rPr>
              <a:t>11/8  </a:t>
            </a:r>
            <a:r>
              <a:rPr sz="1250" b="1" i="0">
                <a:solidFill>
                  <a:srgbClr val="1F2937"/>
                </a:solidFill>
                <a:latin typeface="맑은 고딕"/>
              </a:rPr>
              <a:t>소그룹</a:t>
            </a:r>
          </a:p>
          <a:p>
            <a:pPr>
              <a:spcBef>
                <a:spcPts val="0"/>
              </a:spcBef>
            </a:pPr>
            <a:r>
              <a:rPr sz="1050" b="0" i="0">
                <a:solidFill>
                  <a:srgbClr val="B45309"/>
                </a:solidFill>
                <a:latin typeface="맑은 고딕"/>
              </a:rPr>
              <a:t>     국장단 회의 · 수능 전 주간</a:t>
            </a:r>
          </a:p>
          <a:p>
            <a:pPr>
              <a:spcBef>
                <a:spcPts val="600"/>
              </a:spcBef>
            </a:pPr>
            <a:r>
              <a:rPr sz="1250" b="1" i="0">
                <a:solidFill>
                  <a:srgbClr val="1F2937"/>
                </a:solidFill>
                <a:latin typeface="맑은 고딕"/>
              </a:rPr>
              <a:t>11/15  </a:t>
            </a:r>
            <a:r>
              <a:rPr sz="1250" b="1" i="0">
                <a:solidFill>
                  <a:srgbClr val="1F2937"/>
                </a:solidFill>
                <a:latin typeface="맑은 고딕"/>
              </a:rPr>
              <a:t>정기예배 + 고3 기도회</a:t>
            </a:r>
          </a:p>
          <a:p>
            <a:pPr>
              <a:spcBef>
                <a:spcPts val="0"/>
              </a:spcBef>
            </a:pPr>
            <a:r>
              <a:rPr sz="1050" b="0" i="1">
                <a:solidFill>
                  <a:srgbClr val="6B7280"/>
                </a:solidFill>
                <a:latin typeface="맑은 고딕"/>
              </a:rPr>
              <a:t>     11/19(목) 수능</a:t>
            </a:r>
          </a:p>
          <a:p>
            <a:pPr>
              <a:spcBef>
                <a:spcPts val="600"/>
              </a:spcBef>
            </a:pPr>
            <a:r>
              <a:rPr sz="1250" b="1" i="0">
                <a:solidFill>
                  <a:srgbClr val="1F2937"/>
                </a:solidFill>
                <a:latin typeface="맑은 고딕"/>
              </a:rPr>
              <a:t>11/22  </a:t>
            </a:r>
            <a:r>
              <a:rPr sz="1250" b="1" i="0">
                <a:solidFill>
                  <a:srgbClr val="1F2937"/>
                </a:solidFill>
                <a:latin typeface="맑은 고딕"/>
              </a:rPr>
              <a:t>소그룹</a:t>
            </a:r>
          </a:p>
          <a:p>
            <a:pPr>
              <a:spcBef>
                <a:spcPts val="600"/>
              </a:spcBef>
            </a:pPr>
            <a:r>
              <a:rPr sz="1250" b="1" i="0">
                <a:solidFill>
                  <a:srgbClr val="1F2937"/>
                </a:solidFill>
                <a:latin typeface="맑은 고딕"/>
              </a:rPr>
              <a:t>11/29  </a:t>
            </a:r>
            <a:r>
              <a:rPr sz="1250" b="1" i="0">
                <a:solidFill>
                  <a:srgbClr val="1F2937"/>
                </a:solidFill>
                <a:latin typeface="맑은 고딕"/>
              </a:rPr>
              <a:t>소그룹 아웃팅</a:t>
            </a:r>
          </a:p>
          <a:p>
            <a:pPr>
              <a:spcBef>
                <a:spcPts val="1200"/>
              </a:spcBef>
            </a:pPr>
            <a:r>
              <a:rPr sz="1600" b="1" i="0">
                <a:solidFill>
                  <a:srgbClr val="7C3AED"/>
                </a:solidFill>
                <a:latin typeface="맑은 고딕"/>
              </a:rPr>
              <a:t>12월</a:t>
            </a:r>
          </a:p>
          <a:p>
            <a:pPr>
              <a:spcBef>
                <a:spcPts val="600"/>
              </a:spcBef>
            </a:pPr>
            <a:r>
              <a:rPr sz="1250" b="1" i="0">
                <a:solidFill>
                  <a:srgbClr val="1F2937"/>
                </a:solidFill>
                <a:latin typeface="맑은 고딕"/>
              </a:rPr>
              <a:t>12/6  </a:t>
            </a:r>
            <a:r>
              <a:rPr sz="1250" b="1" i="0">
                <a:solidFill>
                  <a:srgbClr val="1F2937"/>
                </a:solidFill>
                <a:latin typeface="맑은 고딕"/>
              </a:rPr>
              <a:t>소그룹</a:t>
            </a:r>
          </a:p>
          <a:p>
            <a:pPr>
              <a:spcBef>
                <a:spcPts val="0"/>
              </a:spcBef>
            </a:pPr>
            <a:r>
              <a:rPr sz="1050" b="0" i="0">
                <a:solidFill>
                  <a:srgbClr val="B45309"/>
                </a:solidFill>
                <a:latin typeface="맑은 고딕"/>
              </a:rPr>
              <a:t>     교사 전체회의 · 고3 졸업여행 후보 A</a:t>
            </a:r>
          </a:p>
          <a:p>
            <a:pPr>
              <a:spcBef>
                <a:spcPts val="600"/>
              </a:spcBef>
            </a:pPr>
            <a:r>
              <a:rPr sz="1250" b="1" i="0">
                <a:solidFill>
                  <a:srgbClr val="1F2937"/>
                </a:solidFill>
                <a:latin typeface="맑은 고딕"/>
              </a:rPr>
              <a:t>12/13  </a:t>
            </a:r>
            <a:r>
              <a:rPr sz="1250" b="1" i="0">
                <a:solidFill>
                  <a:srgbClr val="1F2937"/>
                </a:solidFill>
                <a:latin typeface="맑은 고딕"/>
              </a:rPr>
              <a:t>소그룹</a:t>
            </a:r>
          </a:p>
          <a:p>
            <a:pPr>
              <a:spcBef>
                <a:spcPts val="0"/>
              </a:spcBef>
            </a:pPr>
            <a:r>
              <a:rPr sz="1050" b="0" i="0">
                <a:solidFill>
                  <a:srgbClr val="B45309"/>
                </a:solidFill>
                <a:latin typeface="맑은 고딕"/>
              </a:rPr>
              <a:t>     국장단 회의 · 고3 졸업여행 후보 B</a:t>
            </a:r>
          </a:p>
          <a:p>
            <a:pPr>
              <a:spcBef>
                <a:spcPts val="600"/>
              </a:spcBef>
            </a:pPr>
            <a:r>
              <a:rPr sz="1250" b="1" i="0">
                <a:solidFill>
                  <a:srgbClr val="1F2937"/>
                </a:solidFill>
                <a:latin typeface="맑은 고딕"/>
              </a:rPr>
              <a:t>12/20  </a:t>
            </a:r>
            <a:r>
              <a:rPr sz="1250" b="1" i="0">
                <a:solidFill>
                  <a:srgbClr val="1F2937"/>
                </a:solidFill>
                <a:latin typeface="맑은 고딕"/>
              </a:rPr>
              <a:t>소그룹</a:t>
            </a:r>
          </a:p>
          <a:p>
            <a:pPr>
              <a:spcBef>
                <a:spcPts val="0"/>
              </a:spcBef>
            </a:pPr>
            <a:r>
              <a:rPr sz="1050" b="0" i="1">
                <a:solidFill>
                  <a:srgbClr val="6B7280"/>
                </a:solidFill>
                <a:latin typeface="맑은 고딕"/>
              </a:rPr>
              <a:t>     12/25(금) 성탄절 (학년모임 운영 여부 고민 중)</a:t>
            </a:r>
          </a:p>
          <a:p>
            <a:pPr>
              <a:spcBef>
                <a:spcPts val="600"/>
              </a:spcBef>
            </a:pPr>
            <a:r>
              <a:rPr sz="1250" b="1" i="0">
                <a:solidFill>
                  <a:srgbClr val="1F2937"/>
                </a:solidFill>
                <a:latin typeface="맑은 고딕"/>
              </a:rPr>
              <a:t>12/27  </a:t>
            </a:r>
            <a:r>
              <a:rPr sz="1250" b="1" i="0">
                <a:solidFill>
                  <a:srgbClr val="1F2937"/>
                </a:solidFill>
                <a:latin typeface="맑은 고딕"/>
              </a:rPr>
              <a:t>졸업예배 + 소그룹 아웃팅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8756" y="1234440"/>
            <a:ext cx="3545738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7C3AED"/>
                </a:solidFill>
                <a:latin typeface="맑은 고딕"/>
              </a:rPr>
              <a:t>1월</a:t>
            </a:r>
          </a:p>
          <a:p>
            <a:pPr>
              <a:spcBef>
                <a:spcPts val="600"/>
              </a:spcBef>
            </a:pPr>
            <a:r>
              <a:rPr sz="1250" b="1" i="0">
                <a:solidFill>
                  <a:srgbClr val="1F2937"/>
                </a:solidFill>
                <a:latin typeface="맑은 고딕"/>
              </a:rPr>
              <a:t>1/3  </a:t>
            </a:r>
            <a:r>
              <a:rPr sz="1250" b="1" i="0">
                <a:solidFill>
                  <a:srgbClr val="1F2937"/>
                </a:solidFill>
                <a:latin typeface="맑은 고딕"/>
              </a:rPr>
              <a:t>소그룹</a:t>
            </a:r>
          </a:p>
          <a:p>
            <a:pPr>
              <a:spcBef>
                <a:spcPts val="0"/>
              </a:spcBef>
            </a:pPr>
            <a:r>
              <a:rPr sz="1050" b="0" i="0">
                <a:solidFill>
                  <a:srgbClr val="B45309"/>
                </a:solidFill>
                <a:latin typeface="맑은 고딕"/>
              </a:rPr>
              <a:t>     교사 전체회의 · 고1 유입 · 신규텀 시작</a:t>
            </a:r>
          </a:p>
          <a:p>
            <a:pPr>
              <a:spcBef>
                <a:spcPts val="600"/>
              </a:spcBef>
            </a:pPr>
            <a:r>
              <a:rPr sz="1250" b="1" i="0">
                <a:solidFill>
                  <a:srgbClr val="1F2937"/>
                </a:solidFill>
                <a:latin typeface="맑은 고딕"/>
              </a:rPr>
              <a:t>1/10  </a:t>
            </a:r>
            <a:r>
              <a:rPr sz="1250" b="1" i="0">
                <a:solidFill>
                  <a:srgbClr val="1F2937"/>
                </a:solidFill>
                <a:latin typeface="맑은 고딕"/>
              </a:rPr>
              <a:t>학부모 간담회 / 학년모임</a:t>
            </a:r>
          </a:p>
          <a:p>
            <a:pPr>
              <a:spcBef>
                <a:spcPts val="0"/>
              </a:spcBef>
            </a:pPr>
            <a:r>
              <a:rPr sz="1050" b="0" i="0">
                <a:solidFill>
                  <a:srgbClr val="B45309"/>
                </a:solidFill>
                <a:latin typeface="맑은 고딕"/>
              </a:rPr>
              <a:t>     국장단 회의 · 학년별 수련회 특송 준비</a:t>
            </a:r>
          </a:p>
          <a:p>
            <a:pPr>
              <a:spcBef>
                <a:spcPts val="600"/>
              </a:spcBef>
            </a:pPr>
            <a:r>
              <a:rPr sz="1250" b="1" i="0">
                <a:solidFill>
                  <a:srgbClr val="1F2937"/>
                </a:solidFill>
                <a:latin typeface="맑은 고딕"/>
              </a:rPr>
              <a:t>1/17  </a:t>
            </a:r>
            <a:r>
              <a:rPr sz="1250" b="1" i="0">
                <a:solidFill>
                  <a:srgbClr val="1F2937"/>
                </a:solidFill>
                <a:latin typeface="맑은 고딕"/>
              </a:rPr>
              <a:t>겨울수련회 후보 A</a:t>
            </a:r>
          </a:p>
          <a:p>
            <a:pPr>
              <a:spcBef>
                <a:spcPts val="0"/>
              </a:spcBef>
            </a:pPr>
            <a:r>
              <a:rPr sz="1050" b="0" i="1">
                <a:solidFill>
                  <a:srgbClr val="6B7280"/>
                </a:solidFill>
                <a:latin typeface="맑은 고딕"/>
              </a:rPr>
              <a:t>     1/15(금)~1/17(일)</a:t>
            </a:r>
          </a:p>
          <a:p>
            <a:pPr>
              <a:spcBef>
                <a:spcPts val="600"/>
              </a:spcBef>
            </a:pPr>
            <a:r>
              <a:rPr sz="1250" b="1" i="0">
                <a:solidFill>
                  <a:srgbClr val="1F2937"/>
                </a:solidFill>
                <a:latin typeface="맑은 고딕"/>
              </a:rPr>
              <a:t>1/24  </a:t>
            </a:r>
            <a:r>
              <a:rPr sz="1250" b="1" i="0">
                <a:solidFill>
                  <a:srgbClr val="1F2937"/>
                </a:solidFill>
                <a:latin typeface="맑은 고딕"/>
              </a:rPr>
              <a:t>겨울수련회 후보 B</a:t>
            </a:r>
          </a:p>
          <a:p>
            <a:pPr>
              <a:spcBef>
                <a:spcPts val="0"/>
              </a:spcBef>
            </a:pPr>
            <a:r>
              <a:rPr sz="1050" b="0" i="1">
                <a:solidFill>
                  <a:srgbClr val="6B7280"/>
                </a:solidFill>
                <a:latin typeface="맑은 고딕"/>
              </a:rPr>
              <a:t>     1/22(금)~1/24(일)</a:t>
            </a:r>
          </a:p>
          <a:p>
            <a:pPr>
              <a:spcBef>
                <a:spcPts val="600"/>
              </a:spcBef>
            </a:pPr>
            <a:r>
              <a:rPr sz="1250" b="1" i="0">
                <a:solidFill>
                  <a:srgbClr val="1F2937"/>
                </a:solidFill>
                <a:latin typeface="맑은 고딕"/>
              </a:rPr>
              <a:t>1/31  </a:t>
            </a:r>
            <a:r>
              <a:rPr sz="1250" b="1" i="0">
                <a:solidFill>
                  <a:srgbClr val="1F2937"/>
                </a:solidFill>
                <a:latin typeface="맑은 고딕"/>
              </a:rPr>
              <a:t>소그룹 아웃팅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B45309"/>
                </a:solidFill>
                <a:latin typeface="맑은 고딕"/>
              </a:rPr>
              <a:t>매월 첫째 주일 = 교사 전체회의 · 매월 둘째 주일 = 국장단 회의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