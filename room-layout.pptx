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132B"/>
                </a:solidFill>
                <a:latin typeface="맑은 고딕"/>
              </a:rPr>
              <a:t>📖 공과공부 반별 배치도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292608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78BFA"/>
                </a:solidFill>
                <a:latin typeface="맑은 고딕"/>
              </a:rPr>
              <a:t>내수동 경주자 2026</a:t>
            </a:r>
          </a:p>
          <a:p>
            <a:pPr algn="r"/>
            <a:r>
              <a:rPr sz="1100">
                <a:solidFill>
                  <a:srgbClr val="6B7280"/>
                </a:solidFill>
                <a:latin typeface="맑은 고딕"/>
              </a:rPr>
              <a:t>2026-09-06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6949440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6949440" cy="502920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700" b="1">
                <a:solidFill>
                  <a:srgbClr val="17132B"/>
                </a:solidFill>
                <a:latin typeface="맑은 고딕"/>
              </a:rPr>
              <a:t>📍 강당</a:t>
            </a:r>
            <a:r>
              <a:rPr sz="1200" b="0">
                <a:solidFill>
                  <a:srgbClr val="6B7280"/>
                </a:solidFill>
                <a:latin typeface="맑은 고딕"/>
              </a:rPr>
              <a:t>   (대가족 1·2·3 · 6개반)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10512"/>
            <a:ext cx="3241548" cy="1414272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700" b="1">
                <a:solidFill>
                  <a:srgbClr val="1F2937"/>
                </a:solidFill>
                <a:latin typeface="맑은 고딕"/>
              </a:rPr>
              <a:t>1반</a:t>
            </a:r>
            <a:r>
              <a:rPr sz="1000" b="1">
                <a:solidFill>
                  <a:srgbClr val="A78BFA"/>
                </a:solidFill>
                <a:latin typeface="맑은 고딕"/>
              </a:rPr>
              <a:t>  대가족1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맑은 고딕"/>
              </a:rPr>
              <a:t>교사1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이유성</a:t>
            </a:r>
            <a:r>
              <a:rPr sz="1100" b="0">
                <a:solidFill>
                  <a:srgbClr val="6B7280"/>
                </a:solidFill>
                <a:latin typeface="맑은 고딕"/>
              </a:rPr>
              <a:t>   교사2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고은솔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500" y="1810512"/>
            <a:ext cx="3241548" cy="1414272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700" b="1">
                <a:solidFill>
                  <a:srgbClr val="1F2937"/>
                </a:solidFill>
                <a:latin typeface="맑은 고딕"/>
              </a:rPr>
              <a:t>2반</a:t>
            </a:r>
            <a:r>
              <a:rPr sz="1000" b="1">
                <a:solidFill>
                  <a:srgbClr val="A78BFA"/>
                </a:solidFill>
                <a:latin typeface="맑은 고딕"/>
              </a:rPr>
              <a:t>  대가족1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맑은 고딕"/>
              </a:rPr>
              <a:t>교사1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이윤정</a:t>
            </a:r>
            <a:r>
              <a:rPr sz="1100" b="0">
                <a:solidFill>
                  <a:srgbClr val="6B7280"/>
                </a:solidFill>
                <a:latin typeface="맑은 고딕"/>
              </a:rPr>
              <a:t>   교사2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박해니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3361944"/>
            <a:ext cx="3241548" cy="1414272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5875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700" b="1">
                <a:solidFill>
                  <a:srgbClr val="1F2937"/>
                </a:solidFill>
                <a:latin typeface="맑은 고딕"/>
              </a:rPr>
              <a:t>3반</a:t>
            </a:r>
            <a:r>
              <a:rPr sz="1000" b="1">
                <a:solidFill>
                  <a:srgbClr val="16A374"/>
                </a:solidFill>
                <a:latin typeface="맑은 고딕"/>
              </a:rPr>
              <a:t>  대가족2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맑은 고딕"/>
              </a:rPr>
              <a:t>교사1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정유빈</a:t>
            </a:r>
            <a:r>
              <a:rPr sz="1100" b="0">
                <a:solidFill>
                  <a:srgbClr val="6B7280"/>
                </a:solidFill>
                <a:latin typeface="맑은 고딕"/>
              </a:rPr>
              <a:t>   교사2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송진우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0500" y="3361944"/>
            <a:ext cx="3241548" cy="1414272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5875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700" b="1">
                <a:solidFill>
                  <a:srgbClr val="1F2937"/>
                </a:solidFill>
                <a:latin typeface="맑은 고딕"/>
              </a:rPr>
              <a:t>4반</a:t>
            </a:r>
            <a:r>
              <a:rPr sz="1000" b="1">
                <a:solidFill>
                  <a:srgbClr val="16A374"/>
                </a:solidFill>
                <a:latin typeface="맑은 고딕"/>
              </a:rPr>
              <a:t>  대가족2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맑은 고딕"/>
              </a:rPr>
              <a:t>교사1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박대철</a:t>
            </a:r>
            <a:r>
              <a:rPr sz="1100" b="0">
                <a:solidFill>
                  <a:srgbClr val="6B7280"/>
                </a:solidFill>
                <a:latin typeface="맑은 고딕"/>
              </a:rPr>
              <a:t>   교사2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김희원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4913376"/>
            <a:ext cx="3241548" cy="1414272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700" b="1">
                <a:solidFill>
                  <a:srgbClr val="1F2937"/>
                </a:solidFill>
                <a:latin typeface="맑은 고딕"/>
              </a:rPr>
              <a:t>5반</a:t>
            </a:r>
            <a:r>
              <a:rPr sz="1000" b="1">
                <a:solidFill>
                  <a:srgbClr val="EA580C"/>
                </a:solidFill>
                <a:latin typeface="맑은 고딕"/>
              </a:rPr>
              <a:t>  대가족3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맑은 고딕"/>
              </a:rPr>
              <a:t>교사1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김광현</a:t>
            </a:r>
            <a:r>
              <a:rPr sz="1100" b="0">
                <a:solidFill>
                  <a:srgbClr val="6B7280"/>
                </a:solidFill>
                <a:latin typeface="맑은 고딕"/>
              </a:rPr>
              <a:t>   교사2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김주영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500" y="4913376"/>
            <a:ext cx="3241548" cy="1414272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700" b="1">
                <a:solidFill>
                  <a:srgbClr val="1F2937"/>
                </a:solidFill>
                <a:latin typeface="맑은 고딕"/>
              </a:rPr>
              <a:t>6반</a:t>
            </a:r>
            <a:r>
              <a:rPr sz="1000" b="1">
                <a:solidFill>
                  <a:srgbClr val="EA580C"/>
                </a:solidFill>
                <a:latin typeface="맑은 고딕"/>
              </a:rPr>
              <a:t>  대가족3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맑은 고딕"/>
              </a:rPr>
              <a:t>교사1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석준원</a:t>
            </a:r>
            <a:r>
              <a:rPr sz="1100" b="0">
                <a:solidFill>
                  <a:srgbClr val="6B7280"/>
                </a:solidFill>
                <a:latin typeface="맑은 고딕"/>
              </a:rPr>
              <a:t>   교사2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오은규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143000"/>
            <a:ext cx="4053535" cy="22634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143000"/>
            <a:ext cx="4053535" cy="502920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700" b="1">
                <a:solidFill>
                  <a:srgbClr val="17132B"/>
                </a:solidFill>
                <a:latin typeface="맑은 고딕"/>
              </a:rPr>
              <a:t>📍 유리방</a:t>
            </a:r>
            <a:r>
              <a:rPr sz="1200" b="0">
                <a:solidFill>
                  <a:srgbClr val="6B7280"/>
                </a:solidFill>
                <a:latin typeface="맑은 고딕"/>
              </a:rPr>
              <a:t>   (대가족 4 · 2개반)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5552" y="1810512"/>
            <a:ext cx="3724351" cy="647108"/>
          </a:xfrm>
          <a:prstGeom prst="roundRect">
            <a:avLst>
              <a:gd name="adj" fmla="val 10000"/>
            </a:avLst>
          </a:prstGeom>
          <a:solidFill>
            <a:srgbClr val="FEF2F7"/>
          </a:solidFill>
          <a:ln w="1587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700" b="1">
                <a:solidFill>
                  <a:srgbClr val="1F2937"/>
                </a:solidFill>
                <a:latin typeface="맑은 고딕"/>
              </a:rPr>
              <a:t>고3-1</a:t>
            </a:r>
            <a:r>
              <a:rPr sz="1000" b="1">
                <a:solidFill>
                  <a:srgbClr val="BE185D"/>
                </a:solidFill>
                <a:latin typeface="맑은 고딕"/>
              </a:rPr>
              <a:t>  대가족4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맑은 고딕"/>
              </a:rPr>
              <a:t>담임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이규리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5552" y="2594780"/>
            <a:ext cx="3724351" cy="647108"/>
          </a:xfrm>
          <a:prstGeom prst="roundRect">
            <a:avLst>
              <a:gd name="adj" fmla="val 10000"/>
            </a:avLst>
          </a:prstGeom>
          <a:solidFill>
            <a:srgbClr val="FEF2F7"/>
          </a:solidFill>
          <a:ln w="1587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700" b="1">
                <a:solidFill>
                  <a:srgbClr val="1F2937"/>
                </a:solidFill>
                <a:latin typeface="맑은 고딕"/>
              </a:rPr>
              <a:t>고3-2</a:t>
            </a:r>
            <a:r>
              <a:rPr sz="1000" b="1">
                <a:solidFill>
                  <a:srgbClr val="BE185D"/>
                </a:solidFill>
                <a:latin typeface="맑은 고딕"/>
              </a:rPr>
              <a:t>  대가족4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맑은 고딕"/>
              </a:rPr>
              <a:t>담임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전성희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3635081"/>
            <a:ext cx="4053535" cy="1314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635081"/>
            <a:ext cx="4053535" cy="502920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700" b="1">
                <a:solidFill>
                  <a:srgbClr val="17132B"/>
                </a:solidFill>
                <a:latin typeface="맑은 고딕"/>
              </a:rPr>
              <a:t>📍 교사방</a:t>
            </a:r>
            <a:r>
              <a:rPr sz="1200" b="0">
                <a:solidFill>
                  <a:srgbClr val="6B7280"/>
                </a:solidFill>
                <a:latin typeface="맑은 고딕"/>
              </a:rPr>
              <a:t>   (대가족 4 · 1개반)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5552" y="4302593"/>
            <a:ext cx="3724351" cy="482175"/>
          </a:xfrm>
          <a:prstGeom prst="roundRect">
            <a:avLst>
              <a:gd name="adj" fmla="val 10000"/>
            </a:avLst>
          </a:prstGeom>
          <a:solidFill>
            <a:srgbClr val="FEF2F7"/>
          </a:solidFill>
          <a:ln w="1587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700" b="1">
                <a:solidFill>
                  <a:srgbClr val="1F2937"/>
                </a:solidFill>
                <a:latin typeface="맑은 고딕"/>
              </a:rPr>
              <a:t>고3-3</a:t>
            </a:r>
            <a:r>
              <a:rPr sz="1000" b="1">
                <a:solidFill>
                  <a:srgbClr val="BE185D"/>
                </a:solidFill>
                <a:latin typeface="맑은 고딕"/>
              </a:rPr>
              <a:t>  대가족4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맑은 고딕"/>
              </a:rPr>
              <a:t>담임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최희승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5177960"/>
            <a:ext cx="4053535" cy="1314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5177960"/>
            <a:ext cx="4053535" cy="502920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700" b="1">
                <a:solidFill>
                  <a:srgbClr val="17132B"/>
                </a:solidFill>
                <a:latin typeface="맑은 고딕"/>
              </a:rPr>
              <a:t>📍 준2층</a:t>
            </a:r>
            <a:r>
              <a:rPr sz="1200" b="0">
                <a:solidFill>
                  <a:srgbClr val="6B7280"/>
                </a:solidFill>
                <a:latin typeface="맑은 고딕"/>
              </a:rPr>
              <a:t>   (대가족 4 · 1개반)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5552" y="5845472"/>
            <a:ext cx="3724351" cy="482175"/>
          </a:xfrm>
          <a:prstGeom prst="roundRect">
            <a:avLst>
              <a:gd name="adj" fmla="val 10000"/>
            </a:avLst>
          </a:prstGeom>
          <a:solidFill>
            <a:srgbClr val="FEF2F7"/>
          </a:solidFill>
          <a:ln w="1587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700" b="1">
                <a:solidFill>
                  <a:srgbClr val="1F2937"/>
                </a:solidFill>
                <a:latin typeface="맑은 고딕"/>
              </a:rPr>
              <a:t>고3-4</a:t>
            </a:r>
            <a:r>
              <a:rPr sz="1000" b="1">
                <a:solidFill>
                  <a:srgbClr val="BE185D"/>
                </a:solidFill>
                <a:latin typeface="맑은 고딕"/>
              </a:rPr>
              <a:t>  대가족4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맑은 고딕"/>
              </a:rPr>
              <a:t>담임 </a:t>
            </a:r>
            <a:r>
              <a:rPr sz="1200" b="1">
                <a:solidFill>
                  <a:srgbClr val="1F2937"/>
                </a:solidFill>
                <a:latin typeface="맑은 고딕"/>
              </a:rPr>
              <a:t>양지현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