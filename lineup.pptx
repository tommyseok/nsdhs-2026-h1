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331720"/>
            <a:ext cx="1371600" cy="1371600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60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148840"/>
            <a:ext cx="8778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맑은 고딕"/>
              </a:rPr>
              <a:t>내수동 경주자 </a:t>
            </a:r>
            <a:r>
              <a:rPr sz="4600" b="1">
                <a:solidFill>
                  <a:srgbClr val="A78BFA"/>
                </a:solidFill>
                <a:latin typeface="맑은 고딕"/>
              </a:rPr>
              <a:t>2026</a:t>
            </a:r>
          </a:p>
          <a:p>
            <a:pPr>
              <a:spcBef>
                <a:spcPts val="200"/>
              </a:spcBef>
            </a:pPr>
            <a:r>
              <a:rPr sz="3200" b="1">
                <a:solidFill>
                  <a:srgbClr val="16A374"/>
                </a:solidFill>
                <a:latin typeface="맑은 고딕"/>
              </a:rPr>
              <a:t>전체 라인업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CBD5E1"/>
                </a:solidFill>
                <a:latin typeface="맑은 고딕"/>
              </a:rPr>
              <a:t>6 대가족반 · 12 소그룹반 + 더 자주 보고 싶은 친구들 · 총 86명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94A3B8"/>
                </a:solidFill>
                <a:latin typeface="맑은 고딕"/>
              </a:rPr>
              <a:t>“나는 선한 싸움을 싸우고 나의 달려갈 길을 마치고” — 딤후 4:7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280"/>
                </a:solidFill>
                <a:latin typeface="맑은 고딕"/>
              </a:rPr>
              <a:t>내수동교회 고등부 · 발행 2026-06-06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1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이윤정    ·    총 15명 (소그룹 2 + 보고 싶은 친구들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1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6명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이윤정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이승헌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서이수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장지현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홍기진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권하율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하은유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2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정명경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조세경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명주원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조인상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강은교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연해준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유나린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A580C"/>
                </a:solidFill>
                <a:latin typeface="맑은 고딕"/>
              </a:rPr>
              <a:t>더 자주 보고 싶은 친구들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대가족 선생님이 더 자주 함께해요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김민채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송성모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최승아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고예나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2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전성희    ·    총 14명 (소그룹 2 + 보고 싶은 친구들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3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전성희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김준수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박지호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한채은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김라일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안민혁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4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박대철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김희원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원대연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이준호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전지훈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오현우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이빛가온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A580C"/>
                </a:solidFill>
                <a:latin typeface="맑은 고딕"/>
              </a:rPr>
              <a:t>더 자주 보고 싶은 친구들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대가족 선생님이 더 자주 함께해요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백결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조혁준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최서윤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최지윤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3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이수지    ·    총 14명 (소그룹 2 + 보고 싶은 친구들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5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이수지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박해니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김나현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김도연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민예원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윤서희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최지은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6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정유빈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임태민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김한결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박지웅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이서후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조한나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A580C"/>
                </a:solidFill>
                <a:latin typeface="맑은 고딕"/>
              </a:rPr>
              <a:t>더 자주 보고 싶은 친구들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대가족 선생님이 더 자주 함께해요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김유진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김강희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김재원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박서연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4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양지현    ·    총 14명 (소그룹 2 + 보고 싶은 친구들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7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양지현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송진우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이에녹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조강인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최민호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김정록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정태율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8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이유성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이규리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김은우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심희은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최가은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양소희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오은수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A580C"/>
                </a:solidFill>
                <a:latin typeface="맑은 고딕"/>
              </a:rPr>
              <a:t>더 자주 보고 싶은 친구들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대가족 선생님이 더 자주 함께해요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박진서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임소명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박시우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하어림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5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오덕현    ·    총 15명 (소그룹 2 + 보고 싶은 친구들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9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6명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오덕현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김주영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곽지원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김다은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나정인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양인혁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주성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박재영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10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최희승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배유나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나호윤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윤성하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이소현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이주형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A580C"/>
                </a:solidFill>
                <a:latin typeface="맑은 고딕"/>
              </a:rPr>
              <a:t>더 자주 보고 싶은 친구들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대가족 선생님이 더 자주 함께해요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오희수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장세민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정원영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박민주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6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석준원    ·    총 14명 (소그룹 2 + 보고 싶은 친구들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11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석준원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이가영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박동하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송준원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최수지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최유현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12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고은솔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오은규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정승빈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김주하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김채은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유재희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김강은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A580C"/>
                </a:solidFill>
                <a:latin typeface="맑은 고딕"/>
              </a:rPr>
              <a:t>더 자주 보고 싶은 친구들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대가족 선생님이 더 자주 함께해요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김도헌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이소민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이서현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이하준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