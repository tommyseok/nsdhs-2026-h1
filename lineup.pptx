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7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4494" y="2136566"/>
            <a:ext cx="8778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dirty="0" err="1">
                <a:solidFill>
                  <a:srgbClr val="FFFFFF"/>
                </a:solidFill>
                <a:latin typeface="맑은 고딕"/>
              </a:rPr>
              <a:t>내수동</a:t>
            </a:r>
            <a:r>
              <a:rPr sz="4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맑은 고딕"/>
              </a:rPr>
              <a:t>경주자</a:t>
            </a:r>
            <a:r>
              <a:rPr sz="4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600" b="1" dirty="0">
                <a:solidFill>
                  <a:srgbClr val="A78BFA"/>
                </a:solidFill>
                <a:latin typeface="맑은 고딕"/>
              </a:rPr>
              <a:t>2026</a:t>
            </a:r>
          </a:p>
          <a:p>
            <a:pPr>
              <a:spcBef>
                <a:spcPts val="200"/>
              </a:spcBef>
            </a:pPr>
            <a:r>
              <a:rPr sz="3200" b="1" dirty="0">
                <a:solidFill>
                  <a:srgbClr val="16A374"/>
                </a:solidFill>
                <a:latin typeface="맑은 고딕"/>
              </a:rPr>
              <a:t>4학기 </a:t>
            </a:r>
            <a:r>
              <a:rPr sz="3200" b="1" dirty="0" err="1">
                <a:solidFill>
                  <a:srgbClr val="16A374"/>
                </a:solidFill>
                <a:latin typeface="맑은 고딕"/>
              </a:rPr>
              <a:t>전체</a:t>
            </a:r>
            <a:r>
              <a:rPr sz="3200" b="1" dirty="0">
                <a:solidFill>
                  <a:srgbClr val="16A374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16A374"/>
                </a:solidFill>
                <a:latin typeface="맑은 고딕"/>
              </a:rPr>
              <a:t>라인업</a:t>
            </a:r>
            <a:endParaRPr sz="3200" b="1" dirty="0">
              <a:solidFill>
                <a:srgbClr val="16A374"/>
              </a:solidFill>
              <a:latin typeface="맑은 고딕"/>
            </a:endParaRPr>
          </a:p>
          <a:p>
            <a:pPr>
              <a:spcBef>
                <a:spcPts val="1400"/>
              </a:spcBef>
            </a:pPr>
            <a:r>
              <a:rPr sz="1800" b="0" dirty="0">
                <a:solidFill>
                  <a:srgbClr val="CBD5E1"/>
                </a:solidFill>
                <a:latin typeface="맑은 고딕"/>
              </a:rPr>
              <a:t>4 </a:t>
            </a:r>
            <a:r>
              <a:rPr sz="1800" b="0" dirty="0" err="1">
                <a:solidFill>
                  <a:srgbClr val="CBD5E1"/>
                </a:solidFill>
                <a:latin typeface="맑은 고딕"/>
              </a:rPr>
              <a:t>대가족</a:t>
            </a:r>
            <a:r>
              <a:rPr sz="1800" b="0" dirty="0">
                <a:solidFill>
                  <a:srgbClr val="CBD5E1"/>
                </a:solidFill>
                <a:latin typeface="맑은 고딕"/>
              </a:rPr>
              <a:t> · 10개 반(</a:t>
            </a:r>
            <a:r>
              <a:rPr sz="1800" b="0" dirty="0" err="1">
                <a:solidFill>
                  <a:srgbClr val="CBD5E1"/>
                </a:solidFill>
                <a:latin typeface="맑은 고딕"/>
              </a:rPr>
              <a:t>혼합</a:t>
            </a:r>
            <a:r>
              <a:rPr sz="1800" b="0" dirty="0">
                <a:solidFill>
                  <a:srgbClr val="CBD5E1"/>
                </a:solidFill>
                <a:latin typeface="맑은 고딕"/>
              </a:rPr>
              <a:t> 6 + 고3 4) · 총 85명</a:t>
            </a:r>
          </a:p>
          <a:p>
            <a:pPr>
              <a:spcBef>
                <a:spcPts val="600"/>
              </a:spcBef>
            </a:pPr>
            <a:r>
              <a:rPr sz="1300" i="1" dirty="0">
                <a:solidFill>
                  <a:srgbClr val="94A3B8"/>
                </a:solidFill>
                <a:latin typeface="맑은 고딕"/>
              </a:rPr>
              <a:t>"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나는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선한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싸움을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싸우고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나의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달려갈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길을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마치고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" — </a:t>
            </a:r>
            <a:r>
              <a:rPr sz="1300" i="1" dirty="0" err="1">
                <a:solidFill>
                  <a:srgbClr val="94A3B8"/>
                </a:solidFill>
                <a:latin typeface="맑은 고딕"/>
              </a:rPr>
              <a:t>딤후</a:t>
            </a:r>
            <a:r>
              <a:rPr sz="1300" i="1" dirty="0">
                <a:solidFill>
                  <a:srgbClr val="94A3B8"/>
                </a:solidFill>
                <a:latin typeface="맑은 고딕"/>
              </a:rPr>
              <a:t> 4:7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1반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이유성</a:t>
            </a:r>
            <a:r>
              <a:rPr sz="1500" b="1">
                <a:solidFill>
                  <a:srgbClr val="6B7280"/>
                </a:solidFill>
                <a:latin typeface="맑은 고딕"/>
              </a:rPr>
              <a:t>    교사2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고은솔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9명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김나현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김라일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김채은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민예원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이가영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박지웅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오은수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이서현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36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이소현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2반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이윤정</a:t>
            </a:r>
            <a:r>
              <a:rPr sz="1300" b="1">
                <a:solidFill>
                  <a:srgbClr val="A78BFA"/>
                </a:solidFill>
                <a:latin typeface="맑은 고딕"/>
              </a:rPr>
              <a:t>  ★가족장</a:t>
            </a:r>
            <a:r>
              <a:rPr sz="1500" b="1">
                <a:solidFill>
                  <a:srgbClr val="6B7280"/>
                </a:solidFill>
                <a:latin typeface="맑은 고딕"/>
              </a:rPr>
              <a:t>    교사2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박해니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9명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원대연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유재희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전지훈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김강은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김정록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박동하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박민주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안민혁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36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이주형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6A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3반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정유빈</a:t>
            </a:r>
            <a:r>
              <a:rPr sz="1500" b="1">
                <a:solidFill>
                  <a:srgbClr val="6B7280"/>
                </a:solidFill>
                <a:latin typeface="맑은 고딕"/>
              </a:rPr>
              <a:t>    교사2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송진우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9명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배유나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장지현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최민호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김강희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김한결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박재영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조한나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최지은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36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하은유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6A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4반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박대철</a:t>
            </a:r>
            <a:r>
              <a:rPr sz="1300" b="1">
                <a:solidFill>
                  <a:srgbClr val="16A374"/>
                </a:solidFill>
                <a:latin typeface="맑은 고딕"/>
              </a:rPr>
              <a:t>  ★가족장</a:t>
            </a:r>
            <a:r>
              <a:rPr sz="1500" b="1">
                <a:solidFill>
                  <a:srgbClr val="6B7280"/>
                </a:solidFill>
                <a:latin typeface="맑은 고딕"/>
              </a:rPr>
              <a:t>    교사2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김희원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9명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연해준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윤서희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고예나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김재원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송준원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오현우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이빛가온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최수지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36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하어림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5반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김광현</a:t>
            </a:r>
            <a:r>
              <a:rPr sz="1500" b="1">
                <a:solidFill>
                  <a:srgbClr val="6B7280"/>
                </a:solidFill>
                <a:latin typeface="맑은 고딕"/>
              </a:rPr>
              <a:t>    교사2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김주영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9명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강은교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김유진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김주하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유나린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임태민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권하율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윤성하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36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정태율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6반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교사1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석준원</a:t>
            </a:r>
            <a:r>
              <a:rPr sz="1300" b="1">
                <a:solidFill>
                  <a:srgbClr val="EA580C"/>
                </a:solidFill>
                <a:latin typeface="맑은 고딕"/>
              </a:rPr>
              <a:t>  ★가족장</a:t>
            </a:r>
            <a:r>
              <a:rPr sz="1500" b="1">
                <a:solidFill>
                  <a:srgbClr val="6B7280"/>
                </a:solidFill>
                <a:latin typeface="맑은 고딕"/>
              </a:rPr>
              <a:t>    교사2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오은규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9명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김도연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양소희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이준호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홍기진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2학년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나호윤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박시우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이서후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이하준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36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최유현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1학년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고3-1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담임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이규리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8명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김도헌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김준수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박지호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박진서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송성모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이소민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임소명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한채은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고3-2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담임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전성희</a:t>
            </a:r>
            <a:r>
              <a:rPr sz="1300" b="1">
                <a:solidFill>
                  <a:srgbClr val="BE185D"/>
                </a:solidFill>
                <a:latin typeface="맑은 고딕"/>
              </a:rPr>
              <a:t>  ★가족장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8명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김민채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백결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서이수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이에녹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정승빈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조강인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조혁준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최승아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고3-3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담임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최희승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7명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곽지원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김다은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나정인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명주원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장세민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정원영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주성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대가족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7132B"/>
                </a:solidFill>
                <a:latin typeface="맑은 고딕"/>
              </a:rPr>
              <a:t>고3-4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6B7280"/>
                </a:solidFill>
                <a:latin typeface="맑은 고딕"/>
              </a:rPr>
              <a:t>담임 </a:t>
            </a:r>
            <a:r>
              <a:rPr sz="1800" b="1">
                <a:solidFill>
                  <a:srgbClr val="1F2937"/>
                </a:solidFill>
                <a:latin typeface="맑은 고딕"/>
              </a:rPr>
              <a:t>양지현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78BFA"/>
                </a:solidFill>
                <a:latin typeface="맑은 고딕"/>
              </a:rPr>
              <a:t>내수동 경주자 2026</a:t>
            </a:r>
          </a:p>
          <a:p>
            <a:pPr algn="r"/>
            <a:r>
              <a:rPr sz="2200" b="1">
                <a:solidFill>
                  <a:srgbClr val="17132B"/>
                </a:solidFill>
                <a:latin typeface="맑은 고딕"/>
              </a:rPr>
              <a:t>8명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김은우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7258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심희은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214884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양인혁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1D4ED8"/>
                </a:solidFill>
                <a:latin typeface="맑은 고딕"/>
              </a:rPr>
              <a:t>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오희수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조인상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365760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최가은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최서윤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5166360"/>
            <a:ext cx="3637178" cy="1280160"/>
          </a:xfrm>
          <a:prstGeom prst="roundRect">
            <a:avLst>
              <a:gd name="adj" fmla="val 8000"/>
            </a:avLst>
          </a:prstGeom>
          <a:solidFill>
            <a:srgbClr val="FEF2F7"/>
          </a:solidFill>
          <a:ln w="12700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2400" b="1">
                <a:solidFill>
                  <a:srgbClr val="1F2937"/>
                </a:solidFill>
                <a:latin typeface="맑은 고딕"/>
              </a:rPr>
              <a:t>최지윤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맑은 고딕"/>
              </a:rPr>
              <a:t>3학년 </a:t>
            </a:r>
            <a:r>
              <a:rPr sz="1400" b="1">
                <a:solidFill>
                  <a:srgbClr val="BE185D"/>
                </a:solidFill>
                <a:latin typeface="맑은 고딕"/>
              </a:rPr>
              <a:t>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520</Words>
  <Application>Microsoft Office PowerPoint</Application>
  <PresentationFormat>와이드스크린</PresentationFormat>
  <Paragraphs>224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석 준원</cp:lastModifiedBy>
  <cp:revision>2</cp:revision>
  <dcterms:created xsi:type="dcterms:W3CDTF">2013-01-27T09:14:16Z</dcterms:created>
  <dcterms:modified xsi:type="dcterms:W3CDTF">2026-09-05T23:55:19Z</dcterms:modified>
  <cp:category/>
</cp:coreProperties>
</file>