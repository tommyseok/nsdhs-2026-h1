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132B"/>
                </a:solidFill>
                <a:latin typeface="맑은 고딕"/>
              </a:rPr>
              <a:t>👨‍👩‍👧‍👦 대가족별 반 편성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37744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78BFA"/>
                </a:solidFill>
                <a:latin typeface="맑은 고딕"/>
              </a:rPr>
              <a:t>내수동 경주자 2026 · 2026-09-06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1277295" cy="1025956"/>
          </a:xfrm>
          <a:prstGeom prst="roundRect">
            <a:avLst>
              <a:gd name="adj" fmla="val 4500"/>
            </a:avLst>
          </a:prstGeom>
          <a:solidFill>
            <a:srgbClr val="F5F3FF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/>
          <a:lstStyle/>
          <a:p>
            <a:pPr algn="ctr"/>
            <a:r>
              <a:rPr sz="1600" b="1">
                <a:solidFill>
                  <a:srgbClr val="A78BFA"/>
                </a:solidFill>
                <a:latin typeface="맑은 고딕"/>
              </a:rPr>
              <a:t>대가족 1</a:t>
            </a:r>
            <a:r>
              <a:rPr sz="1000" b="0">
                <a:solidFill>
                  <a:srgbClr val="6B7280"/>
                </a:solidFill>
                <a:latin typeface="맑은 고딕"/>
              </a:rPr>
              <a:t>   총 18명</a:t>
            </a:r>
            <a:r>
              <a:rPr sz="1000" b="1">
                <a:solidFill>
                  <a:srgbClr val="1F2937"/>
                </a:solidFill>
                <a:latin typeface="맑은 고딕"/>
              </a:rPr>
              <a:t>   ★가족장 이윤정 (2반)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1반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이유성 · 교사2 고은솔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김나현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김라일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김채은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민예원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이가영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박지웅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오은수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이서현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이소현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2반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이윤정 · 교사2 박해니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원대연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유재희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전지훈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김강은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김정록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박동하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박민주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안민혁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이주형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4948"/>
            <a:ext cx="11277295" cy="1025956"/>
          </a:xfrm>
          <a:prstGeom prst="roundRect">
            <a:avLst>
              <a:gd name="adj" fmla="val 4500"/>
            </a:avLst>
          </a:prstGeom>
          <a:solidFill>
            <a:srgbClr val="ECFDF5"/>
          </a:solidFill>
          <a:ln w="1905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/>
          <a:lstStyle/>
          <a:p>
            <a:pPr algn="ctr"/>
            <a:r>
              <a:rPr sz="1600" b="1">
                <a:solidFill>
                  <a:srgbClr val="16A374"/>
                </a:solidFill>
                <a:latin typeface="맑은 고딕"/>
              </a:rPr>
              <a:t>대가족 2</a:t>
            </a:r>
            <a:r>
              <a:rPr sz="1000" b="0">
                <a:solidFill>
                  <a:srgbClr val="6B7280"/>
                </a:solidFill>
                <a:latin typeface="맑은 고딕"/>
              </a:rPr>
              <a:t>   총 18명</a:t>
            </a:r>
            <a:r>
              <a:rPr sz="1000" b="1">
                <a:solidFill>
                  <a:srgbClr val="1F2937"/>
                </a:solidFill>
                <a:latin typeface="맑은 고딕"/>
              </a:rPr>
              <a:t>   ★가족장 박대철 (4반)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3반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정유빈 · 교사2 송진우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배유나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장지현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최민호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김강희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김한결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박재영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조한나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최지은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하은유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4반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박대철 · 교사2 김희원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연해준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윤서희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고예나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김재원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송준원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오현우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이빛가온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최수지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하어림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5497"/>
            <a:ext cx="11277295" cy="1025956"/>
          </a:xfrm>
          <a:prstGeom prst="roundRect">
            <a:avLst>
              <a:gd name="adj" fmla="val 45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/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대가족 3</a:t>
            </a:r>
            <a:r>
              <a:rPr sz="1000" b="0">
                <a:solidFill>
                  <a:srgbClr val="6B7280"/>
                </a:solidFill>
                <a:latin typeface="맑은 고딕"/>
              </a:rPr>
              <a:t>   총 18명</a:t>
            </a:r>
            <a:r>
              <a:rPr sz="1000" b="1">
                <a:solidFill>
                  <a:srgbClr val="1F2937"/>
                </a:solidFill>
                <a:latin typeface="맑은 고딕"/>
              </a:rPr>
              <a:t>   ★가족장 석준원 (6반)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5반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김광현 · 교사2 김주영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강은교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김유진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김주하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유나린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임태민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권하율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윤성하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정태율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6반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교사1 석준원 · 교사2 오은규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(9명)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김도연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양소희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이준호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홍기진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(2)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나호윤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박시우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이서후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이하준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(1)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최유현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6046"/>
            <a:ext cx="11277295" cy="2051913"/>
          </a:xfrm>
          <a:prstGeom prst="roundRect">
            <a:avLst>
              <a:gd name="adj" fmla="val 4500"/>
            </a:avLst>
          </a:prstGeom>
          <a:solidFill>
            <a:srgbClr val="FEF2F7"/>
          </a:solidFill>
          <a:ln w="1905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73152"/>
          <a:lstStyle/>
          <a:p>
            <a:pPr algn="ctr"/>
            <a:r>
              <a:rPr sz="1600" b="1">
                <a:solidFill>
                  <a:srgbClr val="BE185D"/>
                </a:solidFill>
                <a:latin typeface="맑은 고딕"/>
              </a:rPr>
              <a:t>대가족 4</a:t>
            </a:r>
            <a:r>
              <a:rPr sz="1000" b="0">
                <a:solidFill>
                  <a:srgbClr val="6B7280"/>
                </a:solidFill>
                <a:latin typeface="맑은 고딕"/>
              </a:rPr>
              <a:t>   총 31명</a:t>
            </a:r>
            <a:r>
              <a:rPr sz="1000" b="1">
                <a:solidFill>
                  <a:srgbClr val="1F2937"/>
                </a:solidFill>
                <a:latin typeface="맑은 고딕"/>
              </a:rPr>
              <a:t>   ★가족장 전성희 (고3-2)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고3-1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담임 이규리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(8명)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김도헌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김준수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박지호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박진서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송성모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이소민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임소명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한채은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고3-2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담임 전성희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(8명)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김민채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백결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서이수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이에녹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정승빈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조강인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조혁준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최승아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고3-3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담임 최희승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(7명)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곽지원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김다은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나정인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명주원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장세민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정원영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주성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F2937"/>
                </a:solidFill>
                <a:latin typeface="맑은 고딕"/>
              </a:rPr>
              <a:t>고3-4</a:t>
            </a:r>
            <a:r>
              <a:rPr sz="950" b="0">
                <a:solidFill>
                  <a:srgbClr val="6B7280"/>
                </a:solidFill>
                <a:latin typeface="맑은 고딕"/>
              </a:rPr>
              <a:t>  담임 양지현</a:t>
            </a:r>
            <a:r>
              <a:rPr sz="900" b="0">
                <a:solidFill>
                  <a:srgbClr val="6B7280"/>
                </a:solidFill>
                <a:latin typeface="맑은 고딕"/>
              </a:rPr>
              <a:t>  (8명)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F2937"/>
                </a:solidFill>
                <a:latin typeface="맑은 고딕"/>
              </a:rPr>
              <a:t>김은우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심희은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양인혁</a:t>
            </a:r>
            <a:r>
              <a:rPr sz="800" b="0">
                <a:solidFill>
                  <a:srgbClr val="1D4ED8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오희수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조인상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최가은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최서윤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  <a:r>
              <a:rPr sz="950" b="0">
                <a:solidFill>
                  <a:srgbClr val="1F2937"/>
                </a:solidFill>
                <a:latin typeface="맑은 고딕"/>
              </a:rPr>
              <a:t> · 최지윤</a:t>
            </a:r>
            <a:r>
              <a:rPr sz="800" b="0">
                <a:solidFill>
                  <a:srgbClr val="BE185D"/>
                </a:solidFill>
                <a:latin typeface="맑은 고딕"/>
              </a:rPr>
              <a:t>(3)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